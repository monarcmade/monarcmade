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57f1a8d65c498e" /><Relationship Type="http://schemas.openxmlformats.org/officeDocument/2006/relationships/extended-properties" Target="/docProps/app.xml" Id="R5e4dbc9513134395" /><Relationship Type="http://schemas.openxmlformats.org/officeDocument/2006/relationships/officeDocument" Target="/ppt/presentation.xml" Id="Rb195f8f007424b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064b511db6403d"/>
  </p:sldMasterIdLst>
  <p:notesMasterIdLst>
    <p:notesMasterId xmlns:r="http://schemas.openxmlformats.org/officeDocument/2006/relationships" r:id="R7b7098e3982e4d41"/>
  </p:notesMasterIdLst>
  <p:sldIdLst>
    <p:sldId xmlns:r="http://schemas.openxmlformats.org/officeDocument/2006/relationships" id="256" r:id="R57826662a7ca464c"/>
    <p:sldId xmlns:r="http://schemas.openxmlformats.org/officeDocument/2006/relationships" id="257" r:id="R1abff32e74a94e86"/>
    <p:sldId xmlns:r="http://schemas.openxmlformats.org/officeDocument/2006/relationships" id="258" r:id="Re58a6859200845c7"/>
    <p:sldId xmlns:r="http://schemas.openxmlformats.org/officeDocument/2006/relationships" id="259" r:id="Rc1d7be26574f4420"/>
    <p:sldId xmlns:r="http://schemas.openxmlformats.org/officeDocument/2006/relationships" id="260" r:id="R532866bfcc6a492c"/>
    <p:sldId xmlns:r="http://schemas.openxmlformats.org/officeDocument/2006/relationships" id="261" r:id="R9503f50a5a7b4b68"/>
    <p:sldId xmlns:r="http://schemas.openxmlformats.org/officeDocument/2006/relationships" id="262" r:id="Rfc89edd3514644ae"/>
    <p:sldId xmlns:r="http://schemas.openxmlformats.org/officeDocument/2006/relationships" id="263" r:id="R2db3b19f57064a1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064b511db6403d" /><Relationship Type="http://schemas.openxmlformats.org/officeDocument/2006/relationships/theme" Target="/ppt/theme/theme1.xml" Id="Rb0a9be4bb100459b" /><Relationship Type="http://schemas.openxmlformats.org/officeDocument/2006/relationships/notesMaster" Target="/ppt/notesMasters/notesMaster1.xml" Id="R7b7098e3982e4d41" /><Relationship Type="http://schemas.openxmlformats.org/officeDocument/2006/relationships/presProps" Target="/ppt/presProps.xml" Id="R6c34cc5b709e4506" /><Relationship Type="http://schemas.openxmlformats.org/officeDocument/2006/relationships/viewProps" Target="/ppt/viewProps.xml" Id="Rb391555d03c342f7" /><Relationship Type="http://schemas.openxmlformats.org/officeDocument/2006/relationships/tableStyles" Target="/ppt/tableStyles.xml" Id="Rf1c0aa3b32f84494" /><Relationship Type="http://schemas.openxmlformats.org/officeDocument/2006/relationships/slide" Target="/ppt/slides/slide1.xml" Id="R57826662a7ca464c" /><Relationship Type="http://schemas.openxmlformats.org/officeDocument/2006/relationships/slide" Target="/ppt/slides/slide2.xml" Id="R1abff32e74a94e86" /><Relationship Type="http://schemas.openxmlformats.org/officeDocument/2006/relationships/slide" Target="/ppt/slides/slide3.xml" Id="Re58a6859200845c7" /><Relationship Type="http://schemas.openxmlformats.org/officeDocument/2006/relationships/slide" Target="/ppt/slides/slide4.xml" Id="Rc1d7be26574f4420" /><Relationship Type="http://schemas.openxmlformats.org/officeDocument/2006/relationships/slide" Target="/ppt/slides/slide5.xml" Id="R532866bfcc6a492c" /><Relationship Type="http://schemas.openxmlformats.org/officeDocument/2006/relationships/slide" Target="/ppt/slides/slide6.xml" Id="R9503f50a5a7b4b68" /><Relationship Type="http://schemas.openxmlformats.org/officeDocument/2006/relationships/slide" Target="/ppt/slides/slide7.xml" Id="Rfc89edd3514644ae" /><Relationship Type="http://schemas.openxmlformats.org/officeDocument/2006/relationships/slide" Target="/ppt/slides/slide8.xml" Id="R2db3b19f57064a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bd9b6ed97e646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6139aa29e14a9f" /><Relationship Type="http://schemas.openxmlformats.org/officeDocument/2006/relationships/notesMaster" Target="/ppt/notesMasters/notesMaster1.xml" Id="Rf82552a8105140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3a9efaa95a4c0f" /><Relationship Type="http://schemas.openxmlformats.org/officeDocument/2006/relationships/notesMaster" Target="/ppt/notesMasters/notesMaster1.xml" Id="Rbb3a99128e7142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f73366246e4128" /><Relationship Type="http://schemas.openxmlformats.org/officeDocument/2006/relationships/notesMaster" Target="/ppt/notesMasters/notesMaster1.xml" Id="R66abeb924a1e4d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c1263c6d474ac3" /><Relationship Type="http://schemas.openxmlformats.org/officeDocument/2006/relationships/notesMaster" Target="/ppt/notesMasters/notesMaster1.xml" Id="Re73af6245bd045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31faf8edf04157" /><Relationship Type="http://schemas.openxmlformats.org/officeDocument/2006/relationships/notesMaster" Target="/ppt/notesMasters/notesMaster1.xml" Id="Rdb0c9e0f0c3a45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589fdfe62f4848" /><Relationship Type="http://schemas.openxmlformats.org/officeDocument/2006/relationships/notesMaster" Target="/ppt/notesMasters/notesMaster1.xml" Id="R2d13eff9acf940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db195324784d7b" /><Relationship Type="http://schemas.openxmlformats.org/officeDocument/2006/relationships/notesMaster" Target="/ppt/notesMasters/notesMaster1.xml" Id="Rccb6665991bd4e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5ce5ccfd2b4911" /><Relationship Type="http://schemas.openxmlformats.org/officeDocument/2006/relationships/notesMaster" Target="/ppt/notesMasters/notesMaster1.xml" Id="Raa46383966324c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e5637804f43d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87976e4eb1d4d9b" /><Relationship Type="http://schemas.openxmlformats.org/officeDocument/2006/relationships/slideLayout" Target="/ppt/slideLayouts/slideLayout2.xml" Id="R2d38af15df2945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38af15df2945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8986ea4f66459b" /><Relationship Type="http://schemas.openxmlformats.org/officeDocument/2006/relationships/notesSlide" Target="/ppt/notesSlides/notesSlide1.xml" Id="Rd7ce3652a8f142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833f769dd84d5a" /><Relationship Type="http://schemas.openxmlformats.org/officeDocument/2006/relationships/notesSlide" Target="/ppt/notesSlides/notesSlide2.xml" Id="R72d7728dd9b746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db9803baaa44d2" /><Relationship Type="http://schemas.openxmlformats.org/officeDocument/2006/relationships/notesSlide" Target="/ppt/notesSlides/notesSlide3.xml" Id="Rcbc64076185c4f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63abff802948be" /><Relationship Type="http://schemas.openxmlformats.org/officeDocument/2006/relationships/notesSlide" Target="/ppt/notesSlides/notesSlide4.xml" Id="Rd8e4685625d849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b9e5f963c045aa" /><Relationship Type="http://schemas.openxmlformats.org/officeDocument/2006/relationships/notesSlide" Target="/ppt/notesSlides/notesSlide5.xml" Id="R2fcdc59509b645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f44d64a5114d27" /><Relationship Type="http://schemas.openxmlformats.org/officeDocument/2006/relationships/notesSlide" Target="/ppt/notesSlides/notesSlide6.xml" Id="R8905794df5a54e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edd7034a614f74" /><Relationship Type="http://schemas.openxmlformats.org/officeDocument/2006/relationships/notesSlide" Target="/ppt/notesSlides/notesSlide7.xml" Id="Rd7b4bb15d9be45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0a7af93d2c4997" /><Relationship Type="http://schemas.openxmlformats.org/officeDocument/2006/relationships/notesSlide" Target="/ppt/notesSlides/notesSlide8.xml" Id="R545ce739e6ed47e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74BBDD-3EC1-436F-8EB1-434A0C4F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66AA4-961A-4659-99DB-B781B981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-1143000"/>
            <a:ext cx="4762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BF2A9-E5BD-469F-9B98-D39B3475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4000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ED4C4-4C2E-495D-ADC1-415F1C78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E08CC87-DB3A-4B28-B372-94EB6468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MONARC UNIVERSITY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ECB35-C156-4642-9C52-71C0C57A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7524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5F8FB"/>
                </a:solidFill>
                <a:latin typeface="Georgia"/>
                <a:ea typeface="Georgia"/>
                <a:cs typeface="Georgia"/>
              </a:defRPr>
            </a:pPr>
            <a:r>
              <a:rPr sz="4050" b="1">
                <a:solidFill>
                  <a:srgbClr val="F5F8FB"/>
                </a:solidFill>
                <a:latin typeface="Georgia"/>
                <a:ea typeface="Georgia"/>
                <a:cs typeface="Georgia"/>
              </a:rPr>
              <a:t>The AI tools I would learn first if I was starting over.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4624C-A16E-4A0A-90DC-5A24E0AF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676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3A7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93A7B8"/>
                </a:solidFill>
                <a:latin typeface="Avenir Next"/>
                <a:ea typeface="Avenir Next"/>
                <a:cs typeface="Avenir Next"/>
              </a:rPr>
              <a:t>A beginner-friendly tools roadmap that reduces overwhelm and points viewers toward the Monarc University builder path.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C9A28-4412-4D6F-AC22-8A621152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43000"/>
            <a:ext cx="31432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DF416-388C-48C3-9B28-60928985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4287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VIDEO PACKAGE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D985E5-9468-4538-8FA5-0433D7CC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85950"/>
            <a:ext cx="2419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6435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1C5E1-0D42-4CA3-B569-3FDC3ECA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71675"/>
            <a:ext cx="2152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Audience: tool-overwhelmed beginners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6DF92-FD60-4809-8E4A-D9D852D9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43150"/>
            <a:ext cx="2419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6435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22B7A9-B0DA-4BBB-86E1-49348E02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28875"/>
            <a:ext cx="2152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Promise: clear first stack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7E3D8-D450-4370-9EF7-41966F5D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00350"/>
            <a:ext cx="2419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643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C325C0-091B-40CA-847F-FA4FA0A9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86075"/>
            <a:ext cx="2152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CTA: apply for cohort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CEB80E-2833-4C22-9EF1-379CE5E3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657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10A90B-A518-4E39-9C90-D5C115D2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638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The message: do not learn every tool. Learn the stack that helps you build.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1A8E43-5D35-4FF9-B62E-9CBE7534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Monarc University - Video Package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57A45-4391-4A01-9152-F2FD6113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020711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8ABFD4-AA18-41DD-B5EF-4DDBA1A7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05D39-205D-45BE-9B33-F4055284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-1143000"/>
            <a:ext cx="4762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36E47-C297-46E1-B7D4-2244F30F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4000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E557A-536B-49A9-83D3-3C648E6C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7181824-E093-45D3-AB0F-642600E8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THE OVERWHELM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BE318-8174-40AA-A68C-BB44E790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7905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8FB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5F8FB"/>
                </a:solidFill>
                <a:latin typeface="Georgia"/>
                <a:ea typeface="Georgia"/>
                <a:cs typeface="Georgia"/>
              </a:rPr>
              <a:t>The beginner mistake is trying to learn every AI tool at once.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AA1DE-C745-4738-8A0C-23F76733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647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3A7B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93A7B8"/>
                </a:solidFill>
                <a:latin typeface="Avenir Next"/>
                <a:ea typeface="Avenir Next"/>
                <a:cs typeface="Avenir Next"/>
              </a:rPr>
              <a:t>New tools appear every week. The goal is not to chase them. The goal is to build judgment about which tool belongs in which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85289-139F-4F0A-BA99-ACAD2092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14450"/>
            <a:ext cx="3105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0F12"/>
          </a:solidFill>
          <a:ln xmlns:a="http://schemas.openxmlformats.org/drawingml/2006/main" w="9525">
            <a:solidFill>
              <a:srgbClr val="5531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9A030-0D8E-4606-8B2B-C9E27626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764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969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6969"/>
                </a:solidFill>
                <a:latin typeface="Avenir Next"/>
                <a:ea typeface="Avenir Next"/>
                <a:cs typeface="Avenir Next"/>
              </a:rPr>
              <a:t>Bad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827E4-665A-4530-B079-B151124E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24100"/>
            <a:ext cx="2190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• Save 50 tools</a:t>
            </a:r>
          </a:p>
          <a:p xmlns:a="http://schemas.openxmlformats.org/drawingml/2006/main">
            <a:pPr algn="l">
              <a:defRPr sz="1650" b="0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• Watch 100 tutorials</a:t>
            </a:r>
          </a:p>
          <a:p xmlns:a="http://schemas.openxmlformats.org/drawingml/2006/main">
            <a:pPr algn="l">
              <a:defRPr sz="1650" b="0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• Build nothing</a:t>
            </a:r>
          </a:p>
          <a:p xmlns:a="http://schemas.openxmlformats.org/drawingml/2006/main">
            <a:pPr algn="l">
              <a:defRPr sz="1650" b="0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• Feel behind again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C50A6-5A2E-4355-8F5F-5AB95014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523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6374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E5B3DD-D842-4D11-8BA4-F04F70E5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Better question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55ADF-23CF-431C-98FA-A2C6F24C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What small stack helps me think, create, build, and automate?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E7BFE-A6EB-467F-82F1-06415680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Monarc University - Video Package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0F9A66-3DEA-46F0-92F1-E6522F7C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044933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64EFBF-E592-45DE-8A8A-92869B3D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017F8-C28F-4DAE-BC61-C23490DA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-1143000"/>
            <a:ext cx="4762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A4414-AA9E-4FD5-BF76-4B360FCC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4000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2CAFE-A8EE-4B7B-B04A-E6ED2263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4727FE4-14E3-4E53-8E5F-BE322A5C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THE FIRST STACK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02015-806E-46A5-A510-60E14ED1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7905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8FB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F5F8FB"/>
                </a:solidFill>
                <a:latin typeface="Georgia"/>
                <a:ea typeface="Georgia"/>
                <a:cs typeface="Georgia"/>
              </a:rPr>
              <a:t>Start with five tool categories, not fifty tools.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CCDC9-D99B-4385-AAB5-828FDC49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637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A024B-BC9D-4915-B2DF-3D20A909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74389-4D53-4E72-B6D6-7339B8AC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Thinking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1DD59-1B06-4123-BFA2-AD4CB1A9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3A7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3A7B8"/>
                </a:solidFill>
                <a:latin typeface="Avenir Next"/>
                <a:ea typeface="Avenir Next"/>
                <a:cs typeface="Avenir Next"/>
              </a:rPr>
              <a:t>ChatGPT or Claude for brainstorming, planning, and reasoning.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B397B-1CFD-4F23-9BD2-DFABCADE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6220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6374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CA75D-F862-42B8-83D5-C11DE564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622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D9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90247-5B7C-4F13-8BCA-1E024C9E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717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Building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94139-A372-447E-964E-FD1574EF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337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3A7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3A7B8"/>
                </a:solidFill>
                <a:latin typeface="Avenir Next"/>
                <a:ea typeface="Avenir Next"/>
                <a:cs typeface="Avenir Next"/>
              </a:rPr>
              <a:t>Cursor or Claude Code for turning ideas into working prototypes.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1D847-2E15-46A2-980F-A4A39FC3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6220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637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0646D-3285-43A2-89DA-714F26AB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622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E1FE1B-E589-4B00-A943-794939EE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Automation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82B728-D3E5-459A-9640-EC6B66C2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337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3A7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3A7B8"/>
                </a:solidFill>
                <a:latin typeface="Avenir Next"/>
                <a:ea typeface="Avenir Next"/>
                <a:cs typeface="Avenir Next"/>
              </a:rPr>
              <a:t>Zapier, Make, or n8n for moving work between apps.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0811CE-F4CC-4E73-B37B-E5DD862B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1480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6374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E8F841-3416-4382-AFF8-3DA1ECDD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148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2F5769-A58F-425E-A3D4-48ADBE85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243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Knowledge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DD5712-E4A8-4B1B-BD7F-342EFFA8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6863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3A7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3A7B8"/>
                </a:solidFill>
                <a:latin typeface="Avenir Next"/>
                <a:ea typeface="Avenir Next"/>
                <a:cs typeface="Avenir Next"/>
              </a:rPr>
              <a:t>NotebookLM, custom RAG, or docs assistants for your files.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5B462D-6C38-4B2A-9C19-E2D4ED00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6374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CA0019-CA9E-44A7-9B6D-5676B052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D9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D1C748-6C5C-46EC-914F-F5BD8781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243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Publishing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167E5B-B5E8-419A-A933-9A6BC88C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863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3A7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3A7B8"/>
                </a:solidFill>
                <a:latin typeface="Avenir Next"/>
                <a:ea typeface="Avenir Next"/>
                <a:cs typeface="Avenir Next"/>
              </a:rPr>
              <a:t>Canva, CapCut, Descript, or native platform tools for content.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8DCD0-9047-4AB4-95AA-F2B3BF33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3405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This keeps the learner focused on jobs-to-be-done instead of tool collecting.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0E0D6D-97D3-4593-BEF3-DA3CB3D5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Monarc University - Video Package 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52D700-E13E-40E4-9A44-7CF6AF42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537712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EF86E7-0119-40C0-8174-95B66957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F66BC-E322-48A6-9D2E-4FB9DE5B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-1143000"/>
            <a:ext cx="4762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44C1E-BADE-43AA-B972-C5431E21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4000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19CB4-3C1B-4480-9882-0086334B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D891AF2-714F-408D-AA48-AA5B4906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TOOL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68EB5-F166-4975-BBCA-796A7D87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8FB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F5F8FB"/>
                </a:solidFill>
                <a:latin typeface="Georgia"/>
                <a:ea typeface="Georgia"/>
                <a:cs typeface="Georgia"/>
              </a:rPr>
              <a:t>Learn one thinking model deeply before adding more.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345E3-341D-47D5-8C82-5478D729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44386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D14CF-43E1-46D3-A6ED-3EAC40AF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765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Use it for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2C28B-7A23-4B07-9058-FE04CE4D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266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• Brainstorming</a:t>
            </a:r>
          </a:p>
          <a:p xmlns:a="http://schemas.openxmlformats.org/drawingml/2006/main">
            <a:pPr algn="l">
              <a:defRPr sz="1650" b="0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• Research questions</a:t>
            </a:r>
          </a:p>
          <a:p xmlns:a="http://schemas.openxmlformats.org/drawingml/2006/main">
            <a:pPr algn="l">
              <a:defRPr sz="1650" b="0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• Outlines</a:t>
            </a:r>
          </a:p>
          <a:p xmlns:a="http://schemas.openxmlformats.org/drawingml/2006/main">
            <a:pPr algn="l">
              <a:defRPr sz="1650" b="0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• Decisions</a:t>
            </a:r>
          </a:p>
          <a:p xmlns:a="http://schemas.openxmlformats.org/drawingml/2006/main">
            <a:pPr algn="l">
              <a:defRPr sz="1650" b="0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• Scripts</a:t>
            </a:r>
          </a:p>
          <a:p xmlns:a="http://schemas.openxmlformats.org/drawingml/2006/main">
            <a:pPr algn="l">
              <a:defRPr sz="1650" b="0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• Strategy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594E9-D331-4359-AB98-9DDDDA84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02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3"/>
          </a:solidFill>
          <a:ln xmlns:a="http://schemas.openxmlformats.org/drawingml/2006/main" w="9525">
            <a:solidFill>
              <a:srgbClr val="2637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42DD5-28C9-41F7-B266-9B18A5B8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812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Practice 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FD4F05-464A-4616-9F9A-8E148306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5275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F8FB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F5F8FB"/>
                </a:solidFill>
                <a:latin typeface="Georgia"/>
                <a:ea typeface="Georgia"/>
                <a:cs typeface="Georgia"/>
              </a:rPr>
              <a:t>“Ask me questions until you understand my goal, then create a practical action plan I can execute this week.”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BA455-86DF-458B-B939-58150AB9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Monarc University - Video Package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10905-74BD-441B-999B-86A280B0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6563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0320AB-A353-4F82-B8B6-C13F9CB1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752BA-C6C9-4567-BABF-DAF2B6B6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-1143000"/>
            <a:ext cx="4762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6E131-3D15-40AC-AFCE-694757BB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4000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3A1B7-F55C-4351-A9E0-FF9D80E4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2F49FE4-0F22-4E67-905D-EEAA81F1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TOOL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46C5C-F420-4826-886B-A31A33E0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191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8FB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F5F8FB"/>
                </a:solidFill>
                <a:latin typeface="Georgia"/>
                <a:ea typeface="Georgia"/>
                <a:cs typeface="Georgia"/>
              </a:rPr>
              <a:t>Use a coding assistant to learn how AI becomes software.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7D83E-4AEA-4C2A-B27A-CB2BBA5F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3A7B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93A7B8"/>
                </a:solidFill>
                <a:latin typeface="Avenir Next"/>
                <a:ea typeface="Avenir Next"/>
                <a:cs typeface="Avenir Next"/>
              </a:rPr>
              <a:t>Even if you are not trying to become a full-time engineer, tools like Cursor and Claude Code help you understand how AI connects to real products.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8BD6F-5588-4EF8-AF6F-A9B25F54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838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637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65369-390D-4FD7-88FA-FBC988C4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861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Beginner 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8C2B7-8DC1-4441-A0E7-0BB350C2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861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Edit pages, inspect code, generate simple components.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6C1A8-A12A-4DE9-8B08-74A79E00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838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6374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F3D50-F744-46A6-A182-716A43F2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672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Builder 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C9E108-A8BB-49AE-A9EF-08414E7F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67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Create prototypes, APIs, dashboards, and automations.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D27339-BA8F-4CD9-A43B-672E2DF0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95850"/>
            <a:ext cx="838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637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B4A3C5-3602-4242-A0AE-7F6C1258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482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Business 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71C35A-1D0E-40FD-BC10-728EBB52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Understand what is possible before hiring or scoping.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5F97C-E64D-427F-84F3-C20ACE27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Monarc University - Video Package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36182-DB55-4249-B96E-83DA3BEF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01470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39FB9B-7753-497B-B6C3-70C5DF09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404DF-8771-4501-BA6F-65A488F4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-1143000"/>
            <a:ext cx="4762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85AA0-1CED-43E5-8D92-E537C15C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4000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5EF82-B45E-46C3-9B86-08A69E6D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7F117B6-EA1C-4E1C-961E-E3B8BE09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TOOL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2D2C2-008D-4959-8EA6-3A2C2D14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286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8FB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F5F8FB"/>
                </a:solidFill>
                <a:latin typeface="Georgia"/>
                <a:ea typeface="Georgia"/>
                <a:cs typeface="Georgia"/>
              </a:rPr>
              <a:t>Automation tools make AI useful outside the chat window.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628C0-81EE-427D-B1DF-35F380BB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000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637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7755D-5A5C-4026-9CF2-F404A338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432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12020-667A-48FA-AAF8-154A61BA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04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3A7B8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3A7B8"/>
                </a:solidFill>
                <a:latin typeface="Avenir Next"/>
                <a:ea typeface="Avenir Next"/>
                <a:cs typeface="Avenir Next"/>
              </a:rPr>
              <a:t>A person submits information.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023F7-9B32-40CA-B102-79B90B0B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95600"/>
            <a:ext cx="2000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448"/>
          </a:solidFill>
          <a:ln xmlns:a="http://schemas.openxmlformats.org/drawingml/2006/main" w="19050">
            <a:solidFill>
              <a:srgbClr val="00A6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746E4-C8EC-4D12-8049-5AE83658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432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4BCB70-8041-42EE-B148-835BC5BC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004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3A7B8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3A7B8"/>
                </a:solidFill>
                <a:latin typeface="Avenir Next"/>
                <a:ea typeface="Avenir Next"/>
                <a:cs typeface="Avenir Next"/>
              </a:rPr>
              <a:t>The model summarizes, scores, drafts, or classifies.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7EE07-FC3C-499E-A5EB-5466AA98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95600"/>
            <a:ext cx="2000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637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8BED65-1E8F-4B4D-970A-5EE06565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App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A2A716-9D4A-42BF-903A-68789C95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004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3A7B8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3A7B8"/>
                </a:solidFill>
                <a:latin typeface="Avenir Next"/>
                <a:ea typeface="Avenir Next"/>
                <a:cs typeface="Avenir Next"/>
              </a:rPr>
              <a:t>The result goes to Airtable, Slack, email, CRM, or docs.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A98AD2-A4F3-4B0D-8713-F86ABEEE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95600"/>
            <a:ext cx="2000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637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F582EE-6F1E-4A05-A860-2784E2F2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432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Human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8774EB-B9DF-4F12-9ACD-B6079145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004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3A7B8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3A7B8"/>
                </a:solidFill>
                <a:latin typeface="Avenir Next"/>
                <a:ea typeface="Avenir Next"/>
                <a:cs typeface="Avenir Next"/>
              </a:rPr>
              <a:t>A person reviews and takes the final action.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41C3A0-CB9E-4F51-A586-AA65D81A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62550"/>
            <a:ext cx="762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This is where AI starts saving real time because it enters the workflow.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2F624E-BF98-4370-A556-F9C92D87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Monarc University - Video Package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6B5112-D1D3-4C3D-893B-AFE8D992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005180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E983CD-B8B0-4FA7-85D4-29B35433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ABAD5-2F7B-420B-82A4-696D6BFE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-1143000"/>
            <a:ext cx="4762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9AC5A-F06A-437B-AD4E-952F2899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4000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FD725-C2E1-41ED-A8DB-E6AB2E36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E162FF4-AC7A-4BC1-9ED5-7E585346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WHAT NOT TO 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99402-3FFA-44CB-B64C-3FE1A376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096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8FB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F5F8FB"/>
                </a:solidFill>
                <a:latin typeface="Georgia"/>
                <a:ea typeface="Georgia"/>
                <a:cs typeface="Georgia"/>
              </a:rPr>
              <a:t>Do not measure progress by how many tools you know.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7AC37-5EEE-4AD7-B503-C0DAC083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0957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0F12"/>
          </a:solidFill>
          <a:ln xmlns:a="http://schemas.openxmlformats.org/drawingml/2006/main" w="9525">
            <a:solidFill>
              <a:srgbClr val="5531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E6A88-8A0F-4432-B376-08BF5FBB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003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969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6969"/>
                </a:solidFill>
                <a:latin typeface="Avenir Next"/>
                <a:ea typeface="Avenir Next"/>
                <a:cs typeface="Avenir Next"/>
              </a:rPr>
              <a:t>Wrong scoreboard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8A5B9-34CB-4A41-AF19-F9F0BA6A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5F8FB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F5F8FB"/>
                </a:solidFill>
                <a:latin typeface="Georgia"/>
                <a:ea typeface="Georgia"/>
                <a:cs typeface="Georgia"/>
              </a:rPr>
              <a:t>“I tried every new AI app this month.”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21C52-4C92-49A7-97B5-2901423F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0957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3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34418-3A47-4859-A149-A058CE7A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574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4D98B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64D98B"/>
                </a:solidFill>
                <a:latin typeface="Avenir Next"/>
                <a:ea typeface="Avenir Next"/>
                <a:cs typeface="Avenir Next"/>
              </a:rPr>
              <a:t>Right scoreboard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FC545A-FE8A-4771-A2AE-AA9EBB06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81350"/>
            <a:ext cx="2952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5F8FB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F5F8FB"/>
                </a:solidFill>
                <a:latin typeface="Georgia"/>
                <a:ea typeface="Georgia"/>
                <a:cs typeface="Georgia"/>
              </a:rPr>
              <a:t>“I built one workflow that saves time, creates content, helps clients, or supports my business.”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A3012-1636-4ABB-8CCB-FAE2F841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Monarc University - Video Package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687EF-293B-430E-9792-D5314747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7242829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2BB93D-1F97-4593-95A4-410D77CE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E7D8B-B01C-497A-BF25-95DD9FC6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-1143000"/>
            <a:ext cx="4762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067B9-28CC-4298-9AFC-1A3E0F91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4000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836FC-A8A1-433B-AD54-E85E8A11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9600936-74BF-49DF-BD5B-C8780186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CALL TO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6F51E-80DA-46D0-869B-2495335A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8FB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F5F8FB"/>
                </a:solidFill>
                <a:latin typeface="Georgia"/>
                <a:ea typeface="Georgia"/>
                <a:cs typeface="Georgia"/>
              </a:rPr>
              <a:t>Monarc University gives you the stack and the roadmap.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BD7F1-809D-461B-A512-14D42C2D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685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3A7B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93A7B8"/>
                </a:solidFill>
                <a:latin typeface="Avenir Next"/>
                <a:ea typeface="Avenir Next"/>
                <a:cs typeface="Avenir Next"/>
              </a:rPr>
              <a:t>If you want to stop guessing which AI tools matter and start building useful systems, apply for the founding cohort.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62DCB2-CE5B-4EB7-8BAC-90116156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657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155B2-9460-4411-9A45-F71E3691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657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Apply at monarcmade.com/university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A273A5-CFEF-47FC-BC3D-F5A01850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272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B5B90-EDB7-40B4-AECF-4C0F09B5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812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FIRST 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ACBE9-7494-4961-9F1F-12069A00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6435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4B09D7-E6B0-439C-8599-22365A24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66975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Think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849A0-7539-4484-BB53-0B674319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384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643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1911B2-E14F-4EE4-A933-DA93F5DA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24175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6D86B5-8F62-45AB-855E-02A99F2D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956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643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2705E6-13A1-4642-A3C6-4A1E3D4D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81375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Automate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89FC0B-9CEE-4968-8D60-BBDA3666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Monarc University - Video Package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093031-E26F-4A0F-BC77-75A3A556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921151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2026-05-08T20:18:10.7270000Z</dcterms:created>
  <dcterms:modified xsi:type="dcterms:W3CDTF">2026-05-08T20:18:10.7270000Z</dcterms:modified>
</coreProperties>
</file>